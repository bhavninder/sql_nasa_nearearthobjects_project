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E7D3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E7D32"/>
                </a:solidFill>
                <a:latin typeface="Arial"/>
              </a:rPr>
              <a:t>Avg Velocity (000s km/h)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Velocity (km/h × 1,000)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Non-Hazardous</c:v>
                  </c:pt>
                  <c:pt idx="1">
                    <c:v>Hazardous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Near-Earth Object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(NEO) Analysis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and SQL-Based Scientific Data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3375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Bhavninder Singh Virk  |  992509260003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&amp; Business Analytics  |  Data Management Using 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Institute of Information Technology, Noida  |  2025–26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and why does it matter?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data pipeline for asteroid analysis using NASA's live API.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is extracted, transformed into structured format, stored in MySQL, and analyzed with advanced SQL.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Kinetic Risk Index scores each asteroid for potential impact severity.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60520" cy="777240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1615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30368" y="12344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real-time NEO data via NASA NeoWs REST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039112"/>
            <a:ext cx="4160520" cy="777240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11226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30368" y="213055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nested JSON into clean relational tables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935224"/>
            <a:ext cx="4160520" cy="777240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300837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30368" y="302666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normalized MySQL database (1NF–3NF)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831336"/>
            <a:ext cx="4160520" cy="777240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9044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30368" y="392277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with SQL: velocity, proximity, risk scoring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ETL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NeoWs API → Python → MySQL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27632"/>
            <a:ext cx="25603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NeoWs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date range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773936"/>
            <a:ext cx="347472" cy="1097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143000"/>
            <a:ext cx="2743200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16002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627632"/>
            <a:ext cx="25603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nested 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to CSV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1773936"/>
            <a:ext cx="347472" cy="1097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143000"/>
            <a:ext cx="2743200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16002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27632"/>
            <a:ext cx="25603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relational tables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26974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Attributes (from NASA API)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63240"/>
          <a:ext cx="850392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331720"/>
                <a:gridCol w="233172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asteroid_id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NASA 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/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is_hazardous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TINYINT(1)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hazard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velocity_kph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at closest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&amp; risk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miss_distance_km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 distance at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Proximity ranking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diameter_min/max_km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size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categorization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Normalization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→ 2NF → 3NF — Two-table relational schema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3657600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asteroid_registry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56816"/>
            <a:ext cx="365760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347472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asteroid_id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absolute_magnitude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is_hazardous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──────── 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3657600" cy="11155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asteroid_approaches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5079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approach_id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asteroid_id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velocity_kph  |  miss_distance_km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diameter_min_km  |  diameter_max_km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0560" y="11704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Normalize?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1554480"/>
            <a:ext cx="4343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554480"/>
            <a:ext cx="64008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600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18562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attributes (name, hazard flag) stored once in asteroid_registry, not repeated per observation.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359152"/>
            <a:ext cx="4343400" cy="731520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359152"/>
            <a:ext cx="64008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404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Anomalies Prevented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26609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to update per asteroid — no risk of inconsistency across multiple approach records.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3163824"/>
            <a:ext cx="4343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163824"/>
            <a:ext cx="64008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209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Relationships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34655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enforces referential integrity; each approach must link to a valid asteroid.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968496"/>
            <a:ext cx="4343400" cy="731520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3968496"/>
            <a:ext cx="64008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4014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17720" y="42702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close-approach events append to asteroid_approaches without duplicating static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&amp; Key Queries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counts to custom risk scoring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41605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Hazard Distribution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4069080" cy="932688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63624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is_hazardous,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asteroid_registry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is_hazardous;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4160520" cy="347472"/>
          </a:xfrm>
          <a:prstGeom prst="rect">
            <a:avLst/>
          </a:prstGeom>
          <a:solidFill>
            <a:srgbClr val="F1F8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328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Reveals ~85% non-hazardous vs ~15% hazardous split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5152" y="114300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1143000"/>
            <a:ext cx="41605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Closest Approach Ranking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1536192"/>
            <a:ext cx="4069080" cy="932688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563624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a.miss_distance_km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asteroid_registry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asteroid_approaches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r.asteroid_id = a.asteroid_id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miss_distance_km ASC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45152" y="2514600"/>
            <a:ext cx="4160520" cy="347472"/>
          </a:xfrm>
          <a:prstGeom prst="rect">
            <a:avLst/>
          </a:prstGeom>
          <a:solidFill>
            <a:srgbClr val="F1F8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5328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Identifies highest-priority objects for monitoring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017520"/>
            <a:ext cx="41605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Size Categorization (CASE)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410712"/>
            <a:ext cx="4069080" cy="932688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438144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diameter &lt; 0.05 THEN 'Small'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diameter &lt; 0.20 THEN 'Medium'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'Large'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AS size_category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389120"/>
            <a:ext cx="4160520" cy="347472"/>
          </a:xfrm>
          <a:prstGeom prst="rect">
            <a:avLst/>
          </a:prstGeom>
          <a:solidFill>
            <a:srgbClr val="F1F8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4074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Small (&lt; 50m) asteroids are most numerous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45152" y="301752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45152" y="3017520"/>
            <a:ext cx="41605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Kinetic Risk Index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90872" y="3410712"/>
            <a:ext cx="4069080" cy="932688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38144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avg_diameter_km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velocity_kph,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kinetic_risk_index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45152" y="4389120"/>
            <a:ext cx="4160520" cy="347472"/>
          </a:xfrm>
          <a:prstGeom prst="rect">
            <a:avLst/>
          </a:prstGeom>
          <a:solidFill>
            <a:srgbClr val="F1F8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44074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Custom metric: size × speed = relative danger score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30-day observation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1965960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Non-Hazardous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115568"/>
            <a:ext cx="1965960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704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(PHA)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115568"/>
            <a:ext cx="1965960" cy="1325880"/>
          </a:xfrm>
          <a:prstGeom prst="rect">
            <a:avLst/>
          </a:prstGeom>
          <a:solidFill>
            <a:srgbClr val="4CAF5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704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17720" y="1828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 km/h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(Non-Hazardous)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115568"/>
            <a:ext cx="1965960" cy="1325880"/>
          </a:xfrm>
          <a:prstGeom prst="rect">
            <a:avLst/>
          </a:prstGeom>
          <a:solidFill>
            <a:srgbClr val="4CAF5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1704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~61K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 km/h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(Hazardous)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20040" y="2606040"/>
          <a:ext cx="42062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663440" y="2606040"/>
            <a:ext cx="4160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36592" y="26517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36592" y="3017520"/>
            <a:ext cx="3977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 are fewer but consistently faster than non-hazardous objects.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speed are not correlated — a large asteroid can be slow-moving.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Closest-approach ≠ highest-risk: small, fast objects score higher on Kinetic Risk Index.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(&lt; 50m) asteroids dominate by count but carry low individual risk scores.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Risk Index &amp; Threat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composite metric for impact severity ranking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206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Kinetic Risk Index?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977640" cy="548640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KRI  =  avg_diameter_km  ×  velocity_kph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397764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energy scales with mass (size³) and velocity². The KRI simplifies this into a single comparable score using available data — diameter × speed.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slow asteroid may score lower than a small fast one — the KRI captures this trade-off where raw size alone does not.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high_speed_threats VIEW filters PHAs with velocity &gt; 50,000 km/h and miss distance &lt; 1,000,000 km, ranked by KRI for ongoing monitoring.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1704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View: high_speed_threats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36192"/>
            <a:ext cx="4160520" cy="3291840"/>
          </a:xfrm>
          <a:prstGeom prst="rect">
            <a:avLst/>
          </a:prstGeom>
          <a:solidFill>
            <a:srgbClr val="F1F8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72768"/>
            <a:ext cx="3977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high_speed_threats 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r.name,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r.is_hazardous,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a.velocity_kph,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a.miss_distance_km,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((a.diameter_min_km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a.diameter_max_km)/2)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a.velocity_kph, 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kinetic_risk_index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asteroid_registry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asteroid_approaches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r.asteroid_id = a.asteroid_id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r.is_hazardous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a.velocity_kph &gt; 50000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a.miss_distance_km &lt; 1000000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kinetic_risk_index DESC;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Applications &amp;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strategy, real-world relevance, and takeaways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Strategy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90472"/>
          <a:ext cx="5486400" cy="150876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4688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asteroid_id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JOIN resolution on all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is_hazardous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non-hazardous rows in risk filters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velocity_kph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scan for Top-N speed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miss_distance_km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proximity ranking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89320" y="1143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508760"/>
            <a:ext cx="2834640" cy="310896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52704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  NASA Planetary Defense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320" y="1874520"/>
            <a:ext cx="2834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189280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Financial Risk Scoring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240280"/>
            <a:ext cx="2834640" cy="310896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2585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ETL Pipeline Design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2606040"/>
            <a:ext cx="2834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6243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BI &amp; Data Warehousing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3127248"/>
            <a:ext cx="8503920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1821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3547872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Complete ETL pipeline from live API to queryable relational database, demonstrating production-grade data engineering.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Normalization (1NF–3NF) eliminated redundancy and enforced referential integrity across a one-to-many schema.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Custom Kinetic Risk Index shows that composite metrics outperform single-dimension rankings for real-world risk assessment.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Targeted indexing on FK and filter columns ensures the system scales without full-table scans as data grows.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Near-Earth Object (NEO) Analysis System</dc:title>
  <dc:subject>PptxGenJS Presentation</dc:subject>
  <dc:creator>PptxGenJS</dc:creator>
  <cp:lastModifiedBy>PptxGenJS</cp:lastModifiedBy>
  <cp:revision>1</cp:revision>
  <dcterms:created xsi:type="dcterms:W3CDTF">2026-05-05T18:22:10Z</dcterms:created>
  <dcterms:modified xsi:type="dcterms:W3CDTF">2026-05-05T18:22:10Z</dcterms:modified>
</cp:coreProperties>
</file>